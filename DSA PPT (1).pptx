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>
      <p:cViewPr varScale="1">
        <p:scale>
          <a:sx n="125" d="100"/>
          <a:sy n="125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54D7-C9B3-D19F-10F4-6A0B3D9E8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587" y="1711578"/>
            <a:ext cx="7766936" cy="1646302"/>
          </a:xfrm>
        </p:spPr>
        <p:txBody>
          <a:bodyPr/>
          <a:lstStyle/>
          <a:p>
            <a:r>
              <a:rPr lang="en-IN" sz="6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 and Social Media Analytics Engine</a:t>
            </a:r>
            <a:endParaRPr lang="en-US" sz="6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1EB12-82F9-99D2-F20C-2B5239A97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00213" y="4597972"/>
            <a:ext cx="7766936" cy="1096899"/>
          </a:xfrm>
        </p:spPr>
        <p:txBody>
          <a:bodyPr>
            <a:normAutofit/>
          </a:bodyPr>
          <a:lstStyle/>
          <a:p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CHARISHMA – 2520090214</a:t>
            </a:r>
            <a:b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KAVERI - 2520090068</a:t>
            </a:r>
          </a:p>
        </p:txBody>
      </p:sp>
    </p:spTree>
    <p:extLst>
      <p:ext uri="{BB962C8B-B14F-4D97-AF65-F5344CB8AC3E}">
        <p14:creationId xmlns:p14="http://schemas.microsoft.com/office/powerpoint/2010/main" val="348639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C17AD-5FE1-0740-1D5B-E776E82B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6D642-4710-AF32-2CF8-21885492D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and Social Media Analytics Engine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news articles and social media content.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collects data from different sources and processes the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popular topics, trends, and user opinions.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can be classified based on sentiment, such as positive, negative, or neutral.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help users understand current trends and public opinion more easily.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647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8192-B49F-5EB9-DF47-D436E8B5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4A308-194D-4E4B-F23F-D36473902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and social media generate a huge amount of information every day.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for users to manually read and understand all this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engine automatically collects and </a:t>
            </a:r>
            <a:r>
              <a:rPr lang="en-IN" sz="3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textual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trending topics and sentiment from the collected content.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presents useful insights in an easy-to-understand form.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useful for researchers, businesses, media organizations, and general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001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B4A6-EA8F-11DD-AC84-12903724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6018"/>
            <a:ext cx="8596668" cy="132080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1C7E07-4A0B-9A12-AEC7-B3D5FAF159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5028811"/>
              </p:ext>
            </p:extLst>
          </p:nvPr>
        </p:nvGraphicFramePr>
        <p:xfrm>
          <a:off x="1127760" y="2048828"/>
          <a:ext cx="7994448" cy="4323154"/>
        </p:xfrm>
        <a:graphic>
          <a:graphicData uri="http://schemas.openxmlformats.org/drawingml/2006/table">
            <a:tbl>
              <a:tblPr/>
              <a:tblGrid>
                <a:gridCol w="3847908">
                  <a:extLst>
                    <a:ext uri="{9D8B030D-6E8A-4147-A177-3AD203B41FA5}">
                      <a16:colId xmlns:a16="http://schemas.microsoft.com/office/drawing/2014/main" val="3906152916"/>
                    </a:ext>
                  </a:extLst>
                </a:gridCol>
                <a:gridCol w="4146540">
                  <a:extLst>
                    <a:ext uri="{9D8B030D-6E8A-4147-A177-3AD203B41FA5}">
                      <a16:colId xmlns:a16="http://schemas.microsoft.com/office/drawing/2014/main" val="2699754841"/>
                    </a:ext>
                  </a:extLst>
                </a:gridCol>
              </a:tblGrid>
              <a:tr h="352858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Requirements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478570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/ macOS / Linux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94750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07888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 / PyCharm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13976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 / MongoDB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368426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Libraries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NumPy, NLTK, Scikit-learn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96436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 / Plotly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6584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i3 or equivalent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784568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4 GB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8887135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10 GB free space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867835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for collecting online data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727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27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39A7-7197-9D2D-C7BC-FAA14DC5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AEC8B9-7422-50DD-30CB-38B58B5E2E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561392"/>
              </p:ext>
            </p:extLst>
          </p:nvPr>
        </p:nvGraphicFramePr>
        <p:xfrm>
          <a:off x="894080" y="2001520"/>
          <a:ext cx="9204960" cy="4521198"/>
        </p:xfrm>
        <a:graphic>
          <a:graphicData uri="http://schemas.openxmlformats.org/drawingml/2006/table">
            <a:tbl>
              <a:tblPr/>
              <a:tblGrid>
                <a:gridCol w="3068320">
                  <a:extLst>
                    <a:ext uri="{9D8B030D-6E8A-4147-A177-3AD203B41FA5}">
                      <a16:colId xmlns:a16="http://schemas.microsoft.com/office/drawing/2014/main" val="2759174490"/>
                    </a:ext>
                  </a:extLst>
                </a:gridCol>
                <a:gridCol w="3068320">
                  <a:extLst>
                    <a:ext uri="{9D8B030D-6E8A-4147-A177-3AD203B41FA5}">
                      <a16:colId xmlns:a16="http://schemas.microsoft.com/office/drawing/2014/main" val="645955889"/>
                    </a:ext>
                  </a:extLst>
                </a:gridCol>
                <a:gridCol w="3068320">
                  <a:extLst>
                    <a:ext uri="{9D8B030D-6E8A-4147-A177-3AD203B41FA5}">
                      <a16:colId xmlns:a16="http://schemas.microsoft.com/office/drawing/2014/main" val="2958634662"/>
                    </a:ext>
                  </a:extLst>
                </a:gridCol>
              </a:tblGrid>
              <a:tr h="463713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892128"/>
                  </a:ext>
                </a:extLst>
              </a:tr>
              <a:tr h="811497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News Aggregation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News collection and categorization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opinion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122676"/>
                  </a:ext>
                </a:extLst>
              </a:tr>
              <a:tr h="811497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Media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 and hashtag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amount of noisy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149827"/>
                  </a:ext>
                </a:extLst>
              </a:tr>
              <a:tr h="811497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 Analysis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and machine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depends on training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271622"/>
                  </a:ext>
                </a:extLst>
              </a:tr>
              <a:tr h="811497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Trend Detection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 and frequency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not capture changing trends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37897"/>
                  </a:ext>
                </a:extLst>
              </a:tr>
              <a:tr h="811497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News + social media + sentiment + trends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combined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731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48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BD97-391D-0A0B-155B-8F66C2FE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FFAFC-EF0D-B260-58AC-746F28FAC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42160"/>
            <a:ext cx="10224346" cy="5029201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Collect news and social media posts.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Clean and remove unwanted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Extract keywords and important topics.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Classify content as positive, negative, or neutral.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Detection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popular and emerging topics.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Present results using charts and graphs.</a:t>
            </a:r>
          </a:p>
        </p:txBody>
      </p:sp>
    </p:spTree>
    <p:extLst>
      <p:ext uri="{BB962C8B-B14F-4D97-AF65-F5344CB8AC3E}">
        <p14:creationId xmlns:p14="http://schemas.microsoft.com/office/powerpoint/2010/main" val="36782097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259</TotalTime>
  <Words>341</Words>
  <Application>Microsoft Macintosh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Times New Roman</vt:lpstr>
      <vt:lpstr>Trebuchet MS</vt:lpstr>
      <vt:lpstr>Wingdings 3</vt:lpstr>
      <vt:lpstr>Facet</vt:lpstr>
      <vt:lpstr>News and Social Media Analytics Engine</vt:lpstr>
      <vt:lpstr>ABSTRACT</vt:lpstr>
      <vt:lpstr>INTRODUCTION</vt:lpstr>
      <vt:lpstr>SOFTWARE AND HARDWARE REQUIREMENTS</vt:lpstr>
      <vt:lpstr>LITERATURE SURVEY</vt:lpstr>
      <vt:lpstr>METHODOLOGY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 and Social Media Analytics Engine</dc:title>
  <dc:creator>puchakayala tanish</dc:creator>
  <cp:lastModifiedBy>puchakayala tanish</cp:lastModifiedBy>
  <cp:revision>1</cp:revision>
  <dcterms:created xsi:type="dcterms:W3CDTF">2026-08-27T06:55:51Z</dcterms:created>
  <dcterms:modified xsi:type="dcterms:W3CDTF">2026-08-27T11:15:49Z</dcterms:modified>
</cp:coreProperties>
</file>